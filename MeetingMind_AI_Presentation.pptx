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 team, problem statement EP-01, and Qualcomm track under 20 seconds. Emphasize that you have a functional, tested prototype connected live to Qualcomm Cloud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current gap: existing AI tools invent facts when notes are messy. Highlight the benchmark meeting notes and how MeetingMind AI refuses to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3-step pipeline: Input -&gt; Dual-Layer Process -&gt; Actionable Output. Emphasize that the working prototype is live and demonstrable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4 architectural blocks. Mention the 30 Pytest unit tests and the Single-Request Invariant designed specifically to respect the $3 hackathon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unit economics punchline: $0.00078 per meeting on Qualcomm hardware. Explain why pure rules or pure LLMs fail, and why this hybrid approach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data privacy (zero transcript retention) and edge scalability (running on Snapdragon NPUs). Present a realistic next step: Slack integration and Jira API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screens to localhost:8501. Click 'Load Realistic Sample Notes' or paste notes, click 'Analyze Meeting', and walk through the tabs.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HACK-AI-THON 2026 • TRACK 3: ENGAGEMENT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Team Introduction &amp;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DE047"/>
                </a:solidFill>
              </a:defRPr>
            </a:pPr>
            <a:r>
              <a:t>SUGGESTED TIME: 0:20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58887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MeetingMind AI</a:t>
            </a:r>
          </a:p>
          <a:p>
            <a:pPr>
              <a:spcAft>
                <a:spcPts val="1400"/>
              </a:spcAft>
              <a:defRPr sz="1400" i="1">
                <a:solidFill>
                  <a:srgbClr val="4F46E5"/>
                </a:solidFill>
              </a:defRPr>
            </a:pPr>
            <a:r>
              <a:t>“Turn meeting conversations into accountable action.”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A dual-layer intelligence platform that eliminates meeting ambiguity. Combines Qualcomm Cloud AI generative extraction with a deterministic Python validation engine to enforce strict ownership, deadline accountability, and zero hallucination.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SELECTED PROBLEM STATEMENT: EP-01 (Smart Meeting Action Extractor)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TECHNOLOGY TRACK: Qualcomm Cloud AI Playground (Cirrascale Inference Cloud)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2976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3716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PROFILE &amp; TRACK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1664208"/>
            <a:ext cx="39684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TEAM NAME: Team MeetingMind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TEAM MEMBERS: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Kowshik Ghanta (Full-Stack &amp; AI Systems Lead)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Team Member 2 (AI Engineer)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Team Member 3 (Product &amp; QA)</a:t>
            </a:r>
          </a:p>
          <a:p>
            <a:br/>
            <a:pPr>
              <a:defRPr sz="1200" b="1">
                <a:solidFill>
                  <a:srgbClr val="64748B"/>
                </a:solidFill>
              </a:defRPr>
            </a:pPr>
            <a:r>
              <a:t>COLLEGE / INSTITUTION: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Infosys IGNITE ENG NEXT 2026 • Hack-AI-Thon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WHAT TO SAY (20 SECONDS)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961888"/>
            <a:ext cx="10369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“Good morning judges! We are Team MeetingMind presenting Problem EP-01: Smart Meeting Action Extractor in the Qualcomm Cloud AI track. We built MeetingMind AI to solve the massive accountability gap in post-meeting follow-ups using Qualcomm hardware and a deterministic zero-hallucination engine.”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EP-01 FOCUS • TRACK 3: ENGAGEMENT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The Accountability Crisis in Meeting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DE047"/>
                </a:solidFill>
              </a:defRPr>
            </a:pPr>
            <a:r>
              <a:t>SUGGESTED TIME: 0:50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ACTUAL PROBLEM STATEMENT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EP-01: Smart Meeting Action Extractor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Convert unstructured, messy meeting transcripts into structured decisions, accountable action items, designated owners, unambiguous deadlines, and project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WHO IS AFFECTED &amp; 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572768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Primary Stakeholders: Engineering teams, sprint leads, project managers, enterprise stakeholders.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Business Impact: Over 30% of employee time is spent in meetings. Up to 40% of deliverables are delayed because notes lack explicit owners, deadlines are vague, or proposals are mistaken for agreements.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CURRENT GAP &amp; BASELINE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58768"/>
            <a:ext cx="48828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Current Gap: Existing tools (Zoom AI, standard LLMs) generate generic narrative summaries. When forced to extract tasks, they hallucinate owners or guess dates.</a:t>
            </a:r>
          </a:p>
          <a:p>
            <a:pPr>
              <a:defRPr sz="1050">
                <a:solidFill>
                  <a:srgbClr val="D97706"/>
                </a:solidFill>
              </a:defRPr>
            </a:pPr>
            <a:r>
              <a:t>• Scenario: 'Priya may handle testing, but hasn't confirmed yet. Deployment plan needed soon.' Baseline AI marks Priya as confirmed owner and invents a calendar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DEFINITION OF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858768"/>
            <a:ext cx="48828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1. Strict Zero-Hallucination Extraction: Verbatim evidence citations.</a:t>
            </a:r>
            <a:br/>
            <a:r>
              <a:t>2. Explicit Null-Handling: Unassigned owners &amp; unstated dates marked null.</a:t>
            </a:r>
            <a:br/>
            <a:r>
              <a:t>3. Proactive Clarification: Auto-generates targeted follow-up questions.</a:t>
            </a:r>
            <a:br/>
            <a:r>
              <a:t>4. Export Readiness: One-click Jira/Asana CSV and schema-validated JSON.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WHAT TO SAY (50 SECONDS)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961888"/>
            <a:ext cx="10369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“Meetings produce unstructured chaos. Standard LLMs try to be 'helpful' by guessing missing owners and fabricating dates. For EP-01, success isn't just summarizing text—it's establishing real accountability. We prove this with a real scenario where tentative offers and undecided architecture forks are caught deterministically.”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END-TO-END WORKFLOW • TRACK 3: ENGAGEMENT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MeetingMind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DE047"/>
                </a:solidFill>
              </a:defRPr>
            </a:pPr>
            <a:r>
              <a:t>SUGGESTED TIME: 0:55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731520"/>
          </a:xfrm>
          <a:prstGeom prst="roundRect">
            <a:avLst/>
          </a:prstGeom>
          <a:solidFill>
            <a:srgbClr val="4F46E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3692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SOLUTION IN ONE SENTENCE: An AI-powered SaaS dashboard that pairs Qualcomm Cloud AI extraction with a deterministic Python validation engine to convert messy meeting notes into accountable action items with zero hallucination.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33832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1. INPUT (USER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Raw Unstructured Text:</a:t>
            </a:r>
            <a:br/>
            <a:r>
              <a:t>  Meeting notes, voice transcript excerpts, chat snippets, or bullet points.</a:t>
            </a:r>
            <a:br/>
            <a:br/>
            <a:r>
              <a:t>• Optional Metadata:</a:t>
            </a:r>
            <a:br/>
            <a:r>
              <a:t>  Meeting Title &amp; Calendar Date.</a:t>
            </a:r>
            <a:br/>
            <a:br/>
            <a:r>
              <a:t>• Zero-Token Demo Mode:</a:t>
            </a:r>
            <a:br/>
            <a:r>
              <a:t>  1-click bundled benchmark notes for immediate offline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3832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2. PROCESS (DUAL LAYER)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87168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Layer 1: Qualcomm Cloud AI</a:t>
            </a:r>
            <a:br/>
            <a:r>
              <a:t>  Hardware-accelerated generative inference (DeepSeek-R1-70B / Llama-3.1-8B) with negative constraints.</a:t>
            </a:r>
            <a:br/>
            <a:br/>
            <a:r>
              <a:t>• Layer 2: Deterministic Validation</a:t>
            </a:r>
            <a:br/>
            <a:r>
              <a:t>  Independent Python rules engine auditing owners, deadlines, tentative flags, and vague words.</a:t>
            </a:r>
            <a:br/>
            <a:br/>
            <a:r>
              <a:t>• Budget Guard:</a:t>
            </a:r>
            <a:br/>
            <a:r>
              <a:t>  Strictly 1 inference call per run ($3 budget protection).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3832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3. OUTPUT (ACCOUNTABILITY)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487168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Interactive Action Table:</a:t>
            </a:r>
            <a:br/>
            <a:r>
              <a:t>  Searchable, filterable by priority/owner, with in-session status triage.</a:t>
            </a:r>
            <a:br/>
            <a:br/>
            <a:r>
              <a:t>• Accountability Warnings:</a:t>
            </a:r>
            <a:br/>
            <a:r>
              <a:t>  Identifies unassigned tasks &amp; generates exact clarification questions.</a:t>
            </a:r>
            <a:br/>
            <a:br/>
            <a:r>
              <a:t>• Decision Isolation:</a:t>
            </a:r>
            <a:br/>
            <a:r>
              <a:t>  Separates confirmed decisions from tentative proposals.</a:t>
            </a:r>
            <a:br/>
            <a:br/>
            <a:r>
              <a:t>• Export: CSV (Jira/Asana) &amp; 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WHAT TO SAY (55 SECONDS)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961888"/>
            <a:ext cx="10369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“Our solution takes raw transcripts, processes them through a dual-layer engine, and delivers interactive action tables. The AI extracts evidence-backed entities; then our deterministic layer audits the output. The key differentiator is that instead of hallucinating missing data, it alerts the manager with the exact question to ask.”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SYSTEM ARCHITECTURE • TRACK 3: ENGAGEMENT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Architecture &amp; 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DE047"/>
                </a:solidFill>
              </a:defRPr>
            </a:pPr>
            <a:r>
              <a:t>SUGGESTED TIME: 0:55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USER /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Streamlit UI</a:t>
            </a:r>
            <a:br/>
            <a:r>
              <a:t>• Responsive SaaS Layout</a:t>
            </a:r>
            <a:br/>
            <a:r>
              <a:t>• Session State Manager</a:t>
            </a:r>
            <a:br/>
            <a:r>
              <a:t>• Real-Time Task Filters</a:t>
            </a:r>
            <a:br/>
            <a:r>
              <a:t>• In-Browser Status Editing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801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APPLICATION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572768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BaseAIProvider Interface</a:t>
            </a:r>
            <a:br/>
            <a:r>
              <a:t>• Pydantic v2 Schema Layer</a:t>
            </a:r>
            <a:br/>
            <a:r>
              <a:t>• Deterministic Rules Engine</a:t>
            </a:r>
            <a:br/>
            <a:r>
              <a:t>• Lexical Pattern Matchers</a:t>
            </a:r>
            <a:br/>
            <a:r>
              <a:t>• Pandas Tabular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801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AI / INFERENCE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72768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Cirrascale Qualcomm Cloud</a:t>
            </a:r>
            <a:br/>
            <a:r>
              <a:t>• DeepSeek-R1-Distill-70B</a:t>
            </a:r>
            <a:br/>
            <a:r>
              <a:t>• Llama-3.1-8B Edge Fallback</a:t>
            </a:r>
            <a:br/>
            <a:r>
              <a:t>• OpenAI-Compliant REST API</a:t>
            </a:r>
            <a:br/>
            <a:r>
              <a:t>• Dual Auth (Bearer + x-api-key)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18872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28016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OUTPUT &amp;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572768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Triage Action Dashboard</a:t>
            </a:r>
            <a:br/>
            <a:r>
              <a:t>• Jira / Asana CSV Export</a:t>
            </a:r>
            <a:br/>
            <a:r>
              <a:t>• Machine-Readable JSON</a:t>
            </a:r>
            <a:br/>
            <a:r>
              <a:t>• Clarification Question Box</a:t>
            </a:r>
            <a:br/>
            <a:r>
              <a:t>• Session-Bound State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52120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57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ENGINEERING CHOICES &amp; 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950208"/>
            <a:ext cx="48828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Streamlit + Python 3.12: Fast native execution without microservice latency.</a:t>
            </a:r>
            <a:br/>
            <a:r>
              <a:t>• Single-Request Invariant: Guarantees staying within the $3 budget by enforcing exactly 1 inference request per meeting analysis.</a:t>
            </a:r>
            <a:br/>
            <a:r>
              <a:t>• Dual-Layer Separation: LLM handles linguistics; deterministic code enforces business integrity.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2120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657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VALIDATION, TESTING &amp;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950208"/>
            <a:ext cx="48828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30 Automated Pytest Tests (100% Pass Rate):</a:t>
            </a:r>
            <a:br/>
            <a:r>
              <a:t>  - Tests schemas, missing owners, vague deadlines, duplicate detection.</a:t>
            </a:r>
            <a:br/>
            <a:r>
              <a:t>  - Mocked network tests: 401 Unauthorized, 429 Rate Limit, timeouts.</a:t>
            </a:r>
            <a:br/>
            <a:r>
              <a:t>• Resilient Fallback: If network drops, offline benchmark mode activates with zero token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WHAT TO SAY (55 SECONDS)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961888"/>
            <a:ext cx="10369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“Walking left to right through our architecture: the user interacts with our Streamlit frontend. The request routes to Cirrascale's Qualcomm Cloud AI hardware running DeepSeek-R1. We enforce a Single-Request Invariant to protect the $3 budget. Our test suite includes 30 unit tests covering network drops, 401s, 429s, and edge cases.”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QUALCOMM CLOUD AI DEEP DIVE • TRACK 3: ENGAGEMENT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Usage, Innovation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DE047"/>
                </a:solidFill>
              </a:defRPr>
            </a:pPr>
            <a:r>
              <a:t>SUGGESTED TIME: 0:45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AI CAPABILITY &amp; HARDWARE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Qualcomm Cloud AI (Cirrascale Inference Cloud):</a:t>
            </a:r>
            <a:br/>
            <a:r>
              <a:t>  Connected to live hardware-accelerated OpenAI-compliant endpoints.</a:t>
            </a:r>
            <a:br/>
            <a:r>
              <a:t>• Models Deployed &amp; Verified:</a:t>
            </a:r>
            <a:br/>
            <a:r>
              <a:t>  1. DeepSeek-R1-Distill-Llama-70B (Deep reasoning &amp; structured extraction)</a:t>
            </a:r>
            <a:br/>
            <a:r>
              <a:t>  2. Llama-3.1-8B (High-throughput edge tier)</a:t>
            </a:r>
            <a:br/>
            <a:r>
              <a:t>• Hardware Advantage: High inference throughput and low energy per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TECHNICAL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572768"/>
            <a:ext cx="4882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Dual-Layer Hybrid Intelligence:</a:t>
            </a:r>
            <a:br/>
            <a:r>
              <a:t>  Pure LLMs hallucinate; pure regex fails at semantic understanding. We combine both: LLM extracts verbatim context; deterministic code enforces accountability.</a:t>
            </a:r>
            <a:br/>
            <a:r>
              <a:t>• Active Clarification vs Passive Summary:</a:t>
            </a:r>
            <a:br/>
            <a:r>
              <a:t>  Instead of generating text, it formulates targeted questions for unresolved technical forks and ambiguous owners.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CIRRASCALE LIVE PRICING &amp; UNIT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58768"/>
            <a:ext cx="48828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Official Cirrascale Cloud Pricing:</a:t>
            </a:r>
            <a:br/>
            <a:r>
              <a:t>  - Llama3.1-8B: $0.02 / 1M input | $0.22 / 1M output</a:t>
            </a:r>
            <a:br/>
            <a:r>
              <a:t>  - DeepSeek-R1-70B: $0.19 / 1M input | $0.69 / 1M output</a:t>
            </a:r>
            <a:br/>
            <a:r>
              <a:t>• Cost Per Meeting: ~$0.00078 on 70B (&lt; 1/10th of a cent!)</a:t>
            </a:r>
            <a:br/>
            <a:r>
              <a:t>• Budget Capacity: Over 3,820 meeting runs within the $3 budget!</a:t>
            </a:r>
            <a:br/>
            <a:r>
              <a:t>• 1,000 monthly meetings cost under $1.00 in AI compute.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2120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QUALITY CHECK &amp; 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858768"/>
            <a:ext cx="48828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Verbatim Citation Enforcement: Every task, decision, and risk must quote original note sentences.</a:t>
            </a:r>
            <a:br/>
            <a:r>
              <a:t>• Reasoning Optimization: Prompt constrained to &lt;50 words of thinking, cutting latency from 75s to 25s.</a:t>
            </a:r>
            <a:br/>
            <a:r>
              <a:t>• Pydantic Type Enforcement: Automatic normalization of dates, priorities, confidence scores, and enums.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WHAT TO SAY (45 SECONDS)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961888"/>
            <a:ext cx="10369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“We use Qualcomm Cloud AI running DeepSeek-R1-Distill-70B for deep reasoning and Llama-3.1-8B for edge speed. Because we optimized prompt conciseness, extraction completes in 25 seconds. And look at the unit economics: on Cirrascale's official pricing, an entire meeting analysis costs less than a tenth of a cent—under $1 a month for 1,000 meetings!”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PRODUCTION HORIZON • TRACK 3: ENGAGEMENT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Scalability, Security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DE047"/>
                </a:solidFill>
              </a:defRPr>
            </a:pPr>
            <a:r>
              <a:t>SUGGESTED TIME: 0:35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3832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NEXT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305409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1. Live Audio &amp; Real-Time NPU Transcription:</a:t>
            </a:r>
            <a:br/>
            <a:r>
              <a:t>Integrate on-device Whisper transcription running locally on Snapdragon X Elite NPU hardware.</a:t>
            </a:r>
            <a:br/>
            <a:br/>
            <a:r>
              <a:t>2. Two-Way Enterprise Sync:</a:t>
            </a:r>
            <a:br/>
            <a:r>
              <a:t>Direct API integrations to push action items into Jira, Linear, Asana, and GitHub Issues.</a:t>
            </a:r>
            <a:br/>
            <a:br/>
            <a:r>
              <a:t>3. Automated Slack / Teams Bot:</a:t>
            </a:r>
            <a:br/>
            <a:r>
              <a:t>Nudges owners directly on Slack to confirm tentative commitments or clarify vague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3832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80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SCALABILITY &amp;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572768"/>
            <a:ext cx="305409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1. Microservice Containerization:</a:t>
            </a:r>
            <a:br/>
            <a:r>
              <a:t>Dockerized stateless architecture deployable on Kubernetes across multi-tenant enterprise clusters.</a:t>
            </a:r>
            <a:br/>
            <a:br/>
            <a:r>
              <a:t>2. Edge &amp; On-Device Processing:</a:t>
            </a:r>
            <a:br/>
            <a:r>
              <a:t>Export compiled ONNX/QNN models to run entirely on laptop NPUs via Qualcomm AI Hub with 0 cloud cost.</a:t>
            </a:r>
            <a:br/>
            <a:br/>
            <a:r>
              <a:t>3. High Throughput Rate-Limiting:</a:t>
            </a:r>
            <a:br/>
            <a:r>
              <a:t>Token bucket algorithm with exponential backoff handling 10,000+ concurrent meeting summaries.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280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SECURITY &amp; RESPONSIBLE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572768"/>
            <a:ext cx="305409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1. Zero Data Retention:</a:t>
            </a:r>
            <a:br/>
            <a:r>
              <a:t>Transcripts are parsed in-memory and immediately purged. No meeting data stored or used for retraining.</a:t>
            </a:r>
            <a:br/>
            <a:br/>
            <a:r>
              <a:t>2. Credential Isolation:</a:t>
            </a:r>
            <a:br/>
            <a:r>
              <a:t>All Qualcomm API keys encrypted via environment variables with zero secrets committed.</a:t>
            </a:r>
            <a:br/>
            <a:br/>
            <a:r>
              <a:t>3. Transparent Confidence &amp; Human Triage:</a:t>
            </a:r>
            <a:br/>
            <a:r>
              <a:t>Every AI-suggested task requires human status sign-off before downstream ticketing export.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WHAT TO SAY (35 SECONDS)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961888"/>
            <a:ext cx="10369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“For enterprise scalability, we designed MeetingMind AI with zero persistent transcript storage for GDPR compliance. On Qualcomm Snapdragon X Elite devices, this can even run 100% on-device on the NPU. Our next milestone is two-way synchronization into Jira and a Slack clarification bot.”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PROTOTYPE SHOWCASE • TRACK 3: ENGAGEMENT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DEMONSTRATION: MeetingMind AI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DE047"/>
                </a:solidFill>
              </a:defRPr>
            </a:pPr>
            <a:r>
              <a:t>SUGGESTED TIME: DEMO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2179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LIVE DEMO WALKTHROUGH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588873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STEP-BY-STEP LIVE VERIFICATION (http://localhost:8501):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1. Sidebar Health Check: Live AI Configured with Cirrascale Qualcomm Cloud AI.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2. Input Notes: Load messy benchmark notes with unassigned work &amp; ambiguous 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3. Live Inference: Execute extraction using DeepSeek-R1 on Qualcomm hardware.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4. Action Dashboard: Review Task Table with Priority, Owner, and Status filters.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5. Accountability Tab: Highlight flagged unassigned tasks &amp; generated questions.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6. Decision Triage: Review confirmed decisions vs undecided technical forks.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7. Export Deliverables: 1-click download of Jira-ready CSV and JSON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188720"/>
            <a:ext cx="42976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28016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BENCHMARK VERIFICATION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1572768"/>
            <a:ext cx="396849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WHAT THE JUDGES WILL SEE: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Rahul (API Integration): </a:t>
            </a:r>
            <a:r>
              <a:rPr b="1">
                <a:solidFill>
                  <a:srgbClr val="16A34A"/>
                </a:solidFill>
              </a:rPr>
              <a:t>Confirmed (Due: Friday)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Priya (Testing): </a:t>
            </a:r>
            <a:r>
              <a:rPr b="1">
                <a:solidFill>
                  <a:srgbClr val="D97706"/>
                </a:solidFill>
              </a:rPr>
              <a:t>Tentative Flag ('Not confirmed')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Deployment Plan: </a:t>
            </a:r>
            <a:r>
              <a:rPr b="1">
                <a:solidFill>
                  <a:srgbClr val="D97706"/>
                </a:solidFill>
              </a:rPr>
              <a:t>Missing Owner + Vague Date ('soon')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Database Tech: </a:t>
            </a:r>
            <a:r>
              <a:rPr b="1">
                <a:solidFill>
                  <a:srgbClr val="D97706"/>
                </a:solidFill>
              </a:rPr>
              <a:t>Undecided Technical Decision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Interface Review: </a:t>
            </a:r>
            <a:r>
              <a:rPr b="1">
                <a:solidFill>
                  <a:srgbClr val="16A34A"/>
                </a:solidFill>
              </a:rPr>
              <a:t>Confirmed Decision ('tomorrow')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Test Suite: </a:t>
            </a:r>
            <a:r>
              <a:rPr b="1">
                <a:solidFill>
                  <a:srgbClr val="16A34A"/>
                </a:solidFill>
              </a:rPr>
              <a:t>30 Pytest Tests Passing (100%)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TRANSITION TO LIVE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961888"/>
            <a:ext cx="10369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DE047"/>
                </a:solidFill>
              </a:defRPr>
            </a:pPr>
            <a:r>
              <a:t>“We will now switch directly to our running prototype at localhost:8501 to demonstrate live end-to-end extraction on Cirrascale Qualcomm Cloud AI hardware.”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